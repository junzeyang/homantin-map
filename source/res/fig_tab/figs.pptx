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174" y="5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CE27B28-9C95-2E1C-3068-99679E865D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55" r="61595"/>
          <a:stretch>
            <a:fillRect/>
          </a:stretch>
        </p:blipFill>
        <p:spPr>
          <a:xfrm>
            <a:off x="2085002" y="121920"/>
            <a:ext cx="3080826" cy="661416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B814E74-6DDC-8D9C-BBD6-041F813EA2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714" t="3555" r="12881"/>
          <a:stretch>
            <a:fillRect/>
          </a:stretch>
        </p:blipFill>
        <p:spPr>
          <a:xfrm>
            <a:off x="5308209" y="121920"/>
            <a:ext cx="3080826" cy="661416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0886ACA-6E41-D2B6-AE86-EE4E4A0F05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256" t="16068" b="13162"/>
          <a:stretch>
            <a:fillRect/>
          </a:stretch>
        </p:blipFill>
        <p:spPr>
          <a:xfrm>
            <a:off x="8576601" y="845171"/>
            <a:ext cx="576000" cy="516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506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767444C-2675-7033-5252-A927C46030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55" r="61633"/>
          <a:stretch>
            <a:fillRect/>
          </a:stretch>
        </p:blipFill>
        <p:spPr>
          <a:xfrm>
            <a:off x="2085002" y="121920"/>
            <a:ext cx="3077841" cy="661416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9D45BD7-5896-E1AF-0C28-EA686F025E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422" t="3555" r="12647"/>
          <a:stretch>
            <a:fillRect/>
          </a:stretch>
        </p:blipFill>
        <p:spPr>
          <a:xfrm>
            <a:off x="5289452" y="121920"/>
            <a:ext cx="3123027" cy="661416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41EA413-E8D0-DA98-25EE-5BDC6C5150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2964" t="15931" b="12821"/>
          <a:stretch>
            <a:fillRect/>
          </a:stretch>
        </p:blipFill>
        <p:spPr>
          <a:xfrm>
            <a:off x="8553156" y="857842"/>
            <a:ext cx="594000" cy="5142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456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F5380AD-93F7-E4B6-466D-DF72934073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73" r="71105"/>
          <a:stretch>
            <a:fillRect/>
          </a:stretch>
        </p:blipFill>
        <p:spPr>
          <a:xfrm>
            <a:off x="380198" y="1564105"/>
            <a:ext cx="3522846" cy="407829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711C815-8601-021F-0BD6-920FFCB26A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908" t="7873" r="40000"/>
          <a:stretch>
            <a:fillRect/>
          </a:stretch>
        </p:blipFill>
        <p:spPr>
          <a:xfrm>
            <a:off x="4063467" y="1564105"/>
            <a:ext cx="3059227" cy="407829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AA6E0F9-53C5-DD2C-C15A-A690BC501F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092" t="7873"/>
          <a:stretch>
            <a:fillRect/>
          </a:stretch>
        </p:blipFill>
        <p:spPr>
          <a:xfrm>
            <a:off x="7283117" y="1564105"/>
            <a:ext cx="4255971" cy="4078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68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3A8783B-5537-97A6-6EC3-D9C77B2C57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692" t="6806" b="5544"/>
          <a:stretch>
            <a:fillRect/>
          </a:stretch>
        </p:blipFill>
        <p:spPr>
          <a:xfrm>
            <a:off x="5690133" y="466825"/>
            <a:ext cx="3322298" cy="601097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86F5012-6AE7-3C6E-8194-3CFF4A2A0C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06" r="56692" b="5544"/>
          <a:stretch>
            <a:fillRect/>
          </a:stretch>
        </p:blipFill>
        <p:spPr>
          <a:xfrm>
            <a:off x="2260356" y="466825"/>
            <a:ext cx="3322297" cy="601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890760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0</Words>
  <Application>Microsoft Office PowerPoint</Application>
  <PresentationFormat>宽屏</PresentationFormat>
  <Paragraphs>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7" baseType="lpstr">
      <vt:lpstr>Arial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Junze Yang</dc:creator>
  <cp:lastModifiedBy>Junze Yang</cp:lastModifiedBy>
  <cp:revision>8</cp:revision>
  <dcterms:created xsi:type="dcterms:W3CDTF">2023-08-09T12:44:00Z</dcterms:created>
  <dcterms:modified xsi:type="dcterms:W3CDTF">2026-09-06T06:23:50Z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